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2011680"/>
            <a:ext cx="56692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Paulista – UNIP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914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MartChat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7490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Comunicação em Rede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Real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Roly  ·  Leonardo Samuel  ·  Daniel Lincoln  ·  William Torres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Trabalho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ambiental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931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atividades industriais ao longo do Rio Tietê via comunicação em rede entre equipes de campo.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46304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17904"/>
            <a:ext cx="3931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chat em tempo real com envio de arquivos, usando arquitetura cliente-servidor TCP/IP.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TCP/IP via WebSocket (SignalR)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multiusuário com salas independentes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de mensagens, usuários e arquivos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com JWT + BCrypt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React integrada ao backend C# / ASP.NET Core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— Rio Tietê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estratégico para SP: importância histórica, econômica e ambiental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Poluição causada por urbanização desordenada e descarte industrial inadequado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fiscalização precisam comunicar dados em tempo real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sistemas eficientes compromete a tomada de decisão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de redes como solução: comunicação distribuída, confiável e rápida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MartChat simula exatamente essa troca de informações entre inspetores e a Secretaria de Meio Ambiente.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controle de transmissão — garante entrega íntegra e ordenada dos dados entre cliente e servidor.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17043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Berkeley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179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comunicação criada na UC Berkeley (1980s). Base sobre a qual o SignalR opera via WebSocket.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1460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Cliente/Servidor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9352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centraliza conexões e distribui mensagens. Múltiplos clientes simultâneos com controle central.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14600"/>
            <a:ext cx="64008" cy="117043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9352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mapeia entidades (User, Message, ChatRoom, FileTransfer) para SQL Server.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3192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41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352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moderno com componentes reutilizáveis, hooks e gerenciamento de estado via Zustand.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931920"/>
            <a:ext cx="64008" cy="117043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041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ASP.NET 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352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 OOP: Controllers, Services e Entities em camadas separadas por responsabilidade.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377440" cy="22860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Axios · SignalR 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188720"/>
            <a:ext cx="2377440" cy="2286000"/>
          </a:xfrm>
          <a:prstGeom prst="rect">
            <a:avLst/>
          </a:prstGeom>
          <a:solidFill>
            <a:srgbClr val="1A4B8C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ChatHub · Controllers · 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1188720"/>
            <a:ext cx="2377440" cy="22860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258568"/>
            <a:ext cx="6400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58568"/>
            <a:ext cx="6400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(HTTP) — login, histórico, upload/download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0416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(TCP persistente) — mensagens em tempo real via SignalR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ChatHub e SignalR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ChatHub: hub SignalR — ponto central do tempo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cada sala vira um grupo room_{id}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EntrarNoChatRoom → AddToGroupAsync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EnviarMensagem → salva no banco → broadcast para o grupo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validado no handshake WebSocket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 automática com withAutomaticReconnect()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051560"/>
            <a:ext cx="3474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0" y="1143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Envio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572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Frontend invoca EnviarMensagem via 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Hub identifica usuário pelo JWT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761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MessageService salva no banco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3355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Broadcast → Clients.Group().SendAsync()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39502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Todos na sala recebem em 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e Zustand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useSignalR: hook que encapsula toda a lógica WebSocket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ensureReady(): Promise que aguarda conexão antes de invocar métodos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 → re-entra automaticamente na sala ativa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authStore: guarda usuário logado e JWT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chatStore: salas, sala ativa, mensagens, arquivos (cache por sala)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update: mensagem aparece antes da confirmação do servidor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Deduplicação: descarta echo SignalR do próprio remetente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Mensagem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9728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pressiona Enter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 — mensagem aparece imediatamente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01952" y="2697480"/>
            <a:ext cx="914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09728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84832" y="187452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30552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invoke(EnviarMensagem)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0552" y="2542032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 via WebSocket / TCP persistente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21024" y="2697480"/>
            <a:ext cx="914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109728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03904" y="187452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9624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ChatHub processa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9624" y="2542032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usuário (JWT) e salva no SQL Server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0096" y="2697480"/>
            <a:ext cx="914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109728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22976" y="187452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68696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para o grupo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68696" y="2542032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Clients.Group(room_{id}).SendAsync()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59168" y="2697480"/>
            <a:ext cx="914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3528" y="109728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42048" y="1874520"/>
            <a:ext cx="1508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87768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recebem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87768" y="2542032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atualiza → React re-renderiza em ms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051560"/>
          <a:ext cx="585216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B8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Core 8, SignalR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Framework Core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(HS256) + BCrypt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TypeScript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4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nginx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Soluções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2860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Serialização 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0972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SignalR em PascalCase vs frontend em camelCase → AddJsonProtocol com CamelCase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19656"/>
            <a:ext cx="22860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653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circular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86537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DTO Message ↔ ChatRoom em loop infinito → ForMember(Room, opt.Ignore()) no AutoMapper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87752"/>
            <a:ext cx="22860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3347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63347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joinRoom antes da conexão WS estar pronta → ensureReady() com Promise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55848"/>
            <a:ext cx="22860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015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de arquivo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340156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Upload local + echo SignalR somavam 2 registros → deduplicação no chatStore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123944"/>
            <a:ext cx="22860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6966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Fuso horário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1696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DateTime.UtcNow com parsing incorreto no frontend → usar DateTime.Now nos models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Equipe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&amp; 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ChatHub, SignalR, gerenciamento de conexões e grupos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64008" cy="10972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&amp; Interface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179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hooks, Zustand, fluxo de mensagens e arquivos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32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84378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AppDbContext, EF Core, entidades, migrations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423160"/>
            <a:ext cx="64008" cy="10972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32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84378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AuthService, JWT, BCrypt, endpoints REST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4904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Arquivos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16966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FilesController, FileService, upload/download por sala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490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49040"/>
            <a:ext cx="64008" cy="10972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&amp; Ajustes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16966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múltiplas conexões, tratamento de erros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212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de chat em tempo real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aplicado: WebSocket mantém conexão persistente por sala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acadêmicos implementados na prática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reais de distribuição resolvidos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 Docker — roda em qualquer máquina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extensível: notificações, perfis, busca de mensagens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548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26517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2331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Battaglia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265176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971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Roly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Samuel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0325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Lincoln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43799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Torres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MartChat — APS Arquitetura de Redes</dc:title>
  <dc:subject>PptxGenJS Presentation</dc:subject>
  <dc:creator>PptxGenJS</dc:creator>
  <cp:lastModifiedBy>PptxGenJS</cp:lastModifiedBy>
  <cp:revision>1</cp:revision>
  <dcterms:created xsi:type="dcterms:W3CDTF">2026-05-25T06:15:52Z</dcterms:created>
  <dcterms:modified xsi:type="dcterms:W3CDTF">2026-05-25T06:15:52Z</dcterms:modified>
</cp:coreProperties>
</file>